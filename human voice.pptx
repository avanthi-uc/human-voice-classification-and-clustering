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44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162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05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48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708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10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87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5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09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218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91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0265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634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400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95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374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11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CF10CE9-5515-48A7-B36B-3987B849B64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5870F-EF41-4B73-889A-05A98A02D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3936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5FA56-810F-1AAD-CFEB-1DEBD3A7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000" dirty="0">
                <a:latin typeface="Bahnschrift Condensed" panose="020B0502040204020203" pitchFamily="34" charset="0"/>
              </a:rPr>
              <a:t>Human Voice Classification &amp; Clustering System</a:t>
            </a:r>
            <a:endParaRPr lang="en-IN" sz="5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5B3E8-E3DC-6BA1-03F9-F20A3FD1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577" y="2777748"/>
            <a:ext cx="8946541" cy="2227005"/>
          </a:xfrm>
        </p:spPr>
        <p:txBody>
          <a:bodyPr/>
          <a:lstStyle/>
          <a:p>
            <a:pPr algn="ctr"/>
            <a:r>
              <a:rPr lang="en-US" dirty="0"/>
              <a:t>Machine Learning Based Voice Gender Prediction</a:t>
            </a:r>
          </a:p>
          <a:p>
            <a:pPr algn="ctr"/>
            <a:r>
              <a:rPr lang="en-US" b="1" dirty="0"/>
              <a:t>Name:</a:t>
            </a:r>
            <a:br>
              <a:rPr lang="en-US" dirty="0"/>
            </a:br>
            <a:r>
              <a:rPr lang="en-US" dirty="0"/>
              <a:t>Avanthi UC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543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B0FF-2A70-C19D-C858-99E3F457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31A6-FA58-6412-23EC-0C4DCCA9F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machine learning system that:</a:t>
            </a:r>
          </a:p>
          <a:p>
            <a:endParaRPr lang="en-US" dirty="0"/>
          </a:p>
          <a:p>
            <a:r>
              <a:rPr lang="en-US" dirty="0"/>
              <a:t>Classifies human voice profiles (Male/Female)</a:t>
            </a:r>
          </a:p>
          <a:p>
            <a:r>
              <a:rPr lang="en-US" dirty="0"/>
              <a:t>Identifies natural clusters using unsupervised learning</a:t>
            </a:r>
          </a:p>
          <a:p>
            <a:r>
              <a:rPr lang="en-US" dirty="0"/>
              <a:t>Compares multiple ML models</a:t>
            </a:r>
          </a:p>
          <a:p>
            <a:r>
              <a:rPr lang="en-US" dirty="0"/>
              <a:t>Deploys the best model using </a:t>
            </a:r>
            <a:r>
              <a:rPr lang="en-US" dirty="0" err="1"/>
              <a:t>Streamlit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We aim to build an end-to-end ML pipeline that not only classifies voices but also explores hidden patterns using clustering.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897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0BC5-62D6-E7E5-D37B-7AFEB1B0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B853-6729-1A84-9F1C-BAE3A4C4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10" y="1236841"/>
            <a:ext cx="11079132" cy="299116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Dataset Details</a:t>
            </a:r>
          </a:p>
          <a:p>
            <a:r>
              <a:rPr lang="en-US" dirty="0"/>
              <a:t>Pre-extracted acoustic features</a:t>
            </a:r>
          </a:p>
          <a:p>
            <a:r>
              <a:rPr lang="en-US" dirty="0"/>
              <a:t>MFCC features</a:t>
            </a:r>
          </a:p>
          <a:p>
            <a:r>
              <a:rPr lang="en-US" dirty="0"/>
              <a:t>Spectral features</a:t>
            </a:r>
          </a:p>
          <a:p>
            <a:r>
              <a:rPr lang="en-US" dirty="0"/>
              <a:t>Cleaned dataset used</a:t>
            </a:r>
          </a:p>
          <a:p>
            <a:r>
              <a:rPr lang="en-US" dirty="0"/>
              <a:t>Top 20 important features selected</a:t>
            </a:r>
          </a:p>
          <a:p>
            <a:br>
              <a:rPr lang="en-US" dirty="0"/>
            </a:br>
            <a:r>
              <a:rPr lang="en-US" dirty="0"/>
              <a:t>Performed feature selection to reduce dimensionality and improve performance.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AA817E-E268-BFDD-6E7C-D4C4BF1F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5" y="4778477"/>
            <a:ext cx="11767390" cy="185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0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6F8A9-2176-0CE4-C3E2-9B3AAE2C6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8983-193B-2772-A892-6B04CBE5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EDA Highlights</a:t>
            </a:r>
          </a:p>
          <a:p>
            <a:r>
              <a:rPr lang="en-US" dirty="0"/>
              <a:t>Correlation heatmap</a:t>
            </a:r>
          </a:p>
          <a:p>
            <a:r>
              <a:rPr lang="en-US" dirty="0"/>
              <a:t>Feature distributions</a:t>
            </a:r>
          </a:p>
          <a:p>
            <a:r>
              <a:rPr lang="en-US" dirty="0"/>
              <a:t>Class balance check</a:t>
            </a:r>
          </a:p>
          <a:p>
            <a:r>
              <a:rPr lang="en-US" dirty="0"/>
              <a:t>Important features identified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F1EF7-A727-E41E-CD76-912034001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981" y="1229032"/>
            <a:ext cx="5181599" cy="2806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801D5-A32D-1228-B383-DDC997806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981" y="4051604"/>
            <a:ext cx="5181599" cy="2708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0DFC82-7B8A-570F-2757-9E4312AB3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02" y="4161083"/>
            <a:ext cx="5080298" cy="259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1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A0E4-1924-62BE-52D3-FC1DFCC7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A4D5C50-7131-4A02-CA48-2859AB8E3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061176"/>
              </p:ext>
            </p:extLst>
          </p:nvPr>
        </p:nvGraphicFramePr>
        <p:xfrm>
          <a:off x="838200" y="2444433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065560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925691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165918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44497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Approx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771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99.13%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839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99.43%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Ensemble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93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99.53%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754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LightGBM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99.70%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 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7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99.86%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Neural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351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99.93%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Best performer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037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58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659F-2168-87CC-9540-1C87E817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Slide 10: </a:t>
            </a:r>
            <a:r>
              <a:rPr lang="en-US" b="1" dirty="0" err="1"/>
              <a:t>Streamlit</a:t>
            </a:r>
            <a:r>
              <a:rPr lang="en-US" b="1" dirty="0"/>
              <a:t> Deployment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739D-62FF-3909-171C-47D5D669A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Web Application Features</a:t>
            </a:r>
          </a:p>
          <a:p>
            <a:r>
              <a:rPr lang="en-US" dirty="0"/>
              <a:t>Dataset viewer</a:t>
            </a:r>
          </a:p>
          <a:p>
            <a:r>
              <a:rPr lang="en-US" dirty="0"/>
              <a:t>EDA page</a:t>
            </a:r>
          </a:p>
          <a:p>
            <a:r>
              <a:rPr lang="en-US" dirty="0"/>
              <a:t>Prediction page</a:t>
            </a:r>
          </a:p>
          <a:p>
            <a:r>
              <a:rPr lang="en-US" dirty="0"/>
              <a:t>Clustering page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D7D8E-58A0-37E2-9129-9B944FCB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368" y="1234082"/>
            <a:ext cx="3783320" cy="2356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A92C0-C394-323A-5DA5-0FFD65E38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815" y="4150658"/>
            <a:ext cx="3829692" cy="2531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1E7D8D-D621-E092-CF4B-BFEC62172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680" y="4150658"/>
            <a:ext cx="4072534" cy="253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23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22</TotalTime>
  <Words>182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Bahnschrift Condensed</vt:lpstr>
      <vt:lpstr>Century Gothic</vt:lpstr>
      <vt:lpstr>Wingdings 3</vt:lpstr>
      <vt:lpstr>Ion</vt:lpstr>
      <vt:lpstr>Human Voice Classification &amp; Clustering System</vt:lpstr>
      <vt:lpstr>Problem Statement </vt:lpstr>
      <vt:lpstr>Dataset Overview </vt:lpstr>
      <vt:lpstr>Exploratory Data Analysis </vt:lpstr>
      <vt:lpstr>MODEL COMPARISON</vt:lpstr>
      <vt:lpstr>Slide 10: Streamlit Deployment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7</cp:revision>
  <dcterms:created xsi:type="dcterms:W3CDTF">2026-02-15T08:36:27Z</dcterms:created>
  <dcterms:modified xsi:type="dcterms:W3CDTF">2026-02-15T16:25:08Z</dcterms:modified>
</cp:coreProperties>
</file>